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 hook: Pink Raft is a visual, no-code builder for programmable payments on Stellar — think Zapier, but every workflow deploys as an audited Soroban smart contract. Critically, this is not a concept deck: the product is live on Stellar mainnet today at pinkraft.xyz, with real production usage (fiat off-ramp, payroll). Set expectations up front that this deck will show traction, ecosystem impact, and a concrete integration + GTM roadmap, not just an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core problem: programmable payments (payroll, revenue splits, escrow, streaming comp) require custom Soroban contract code today. Give a concrete example — an OFW remittance operator or a DAO contributor-payroll team has to hire Rust/Soroban engineers just to automate a recurring payout. Point out that fiat off-ramp is usually bolted on separately from the automation layer, so teams stitch together multiple vendors by hand. Land on: the tooling gap is the adoption bottleneck, not blockchain capability.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Pink Raft as the missing layer: drag-and-drop triggers/conditions/actions that compile to audited Soroban contract templates. Emphasize non-custodial design — we never hold user funds, contracts move value directly between user-controlled Stellar accounts. Mention the AI-assisted authoring feature (Raft Log: voice-to-flow using Groq Whisper + Llama) as a differentiator for non-technical users. Correct any assumption this is a 3-template prototype — cite the real number: 20 production contract templates, not a demo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exists to kill the single biggest risk in this pitch: looking like vaporware. Walk through each shipped capability concretely. pinkraft.xyz is live on Stellar mainnet right now — not gated behind a testnet flag. The PDAX off-ramp integration is a real, production job pipeline (PENDING → RUNNING → QUOTED → INITIATED → COMPLETED/FAILED/CANCELLED) converting USDC to PHP via InstaPay bank deposit. Payroll is a full product surface, not a toy: employee records, bank details, recurring payroll runs, and a relayer that sponsors the on-chain execution so employers don't need to hold XLM for gas. Mention 70+ API endpoints and SSE-first live event delivery with polling fallback for reliability.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presenter's cue to actually run the live product here, not talk about it. Walk the audience through the canonical demo flow in real time: create an on-receive USDC trigger, attach a split action sending 60% to Alice, 30% to Bob, 10% to Charlie, hit deploy, and watch the live event feed confirm the on-chain transaction. Keep this to roughly 90 seconds — the point is speed and simplicity, not feature completeness.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breadth without overwhelming — these eight patterns all compose from the same trigger/condition/action primitives. Highlight streaming compensation and oracle-conditional escrow as the patterns that are hardest to build by hand but trivial in Pink Raft. This range is what makes the platform horizontal infrastructure rather than a single-purpose tool.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directly answers 'why does this matter for Stellar, not just for Pink Raft.' Each deployed flow is a new Soroban contract instance — a direct, measurable increase in mainnet contract deployments and transaction volume. Pink Raft also drives stablecoin trustline creation and transfer volume: cite Stellar USDC's $83M+ supply, $4.2B+ volume, 500K+ trustlines from the ecosystem report (issue #298). The PDAX integration is a concrete bridge from Stellar-settled value to Philippine peso bank rails — a real on/off-ramp use case, not a theoretical one. Close on the multiplier framing: because Pink Raft is horizontal infrastructure, any Stellar protocol we integrate once — a DEX, an oracle, an anchor — becomes usable by every flow built on top, compounding the ecosystem benefit of each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Ground the platform choice in Stellar's actual payments-grade properties: sub-5-second finality and fractions-of-a-cent fees, which matter a lot for high-frequency flows like streaming compensation or recurring payroll. Mention Protocol 23 (parallel Soroban transaction execution, roughly 40% CPU efficiency gain, in-memory state) as a tailwind — more throughput headroom as Pink Raft's flow volume grows, not something we depend on today. Protocol 21's secp256r1 support is what makes native smart-wallet/passkey UX possible, which ties directly into the onboarding fix on the next slide. Close with the stablecoin-first ecosystem already live on Stellar (USDC, EURC, YLDS, MGUSD) as the settlement layer Pink Raft plugs straight into.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first of two integration slides, grounded in the Part 2 ecosystem research from issue #298. Soroswap: today the swapper action is a fixed-rate stub — the plan is to replace it with a real Soroban call into Soroswap's router for genuine DEX pricing and execution. SEP-24/SEP-31: rather than deepen PDAX-specific logic, generalize the existing OffRampProvider interface into a standard SEP-24 (consumer hosted deposit/withdrawal) and SEP-31 (cross-border B2B) integration path, so any compliant anchor can plug in. MoneyGram Ramps/MGUSD, launched June 2026, is the concrete second off-ramp provider target — 500K+ cash-pickup locations across 170+ countries. Mention listing in the Stellar Anchor Directory as a natural discovery channel once this is generalized.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requires care — be explicit and unhedged about the Blend Capital exploit, since credibility here matters more than optimism. In February 2026, Blend Capital lost $10.8M to an oracle-manipulation exploit because its price oracle reported a raw last-trade price with no TWAP or volatility filtering. Pink Raft's own Reflector oracle integration — which will power the conditional action's OracleGte condition and the oracle trigger — is being designed around that exact failure mode from day one: TWAP or multi-block confirmation is a requirement, not an enhancement. Because of that same lesson, Blend Capital integration for the yield action is sequenced deliberately after oracle hardening, and is scoped as a dedicated, security-reviewed workstream rather than a quick win — say this plainly, it signals engineering maturity to investors. Passkeys are framed as the single highest-impact onboarding fix for non-crypto-native users (OFWs, MSMEs) who struggle with seed phrases. Trustless Work is named directly as the closest competitive/adjacent project — differentiate on composability (conditional + multisig + timelock) versus their single-purpose escrow focus. Close on SCF 7.0's Integration track (up to $150K in XLM) as the funding path for this exact roadmap.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Zapier's ~$200M ARR as a demand-shape proof point — people pay well for workflow automation once it removes engineering dependency. The initial wedge is narrower and more defensible: crypto-native SMBs and DAOs, Web3 fintechs, and remittance operators, all of whom already touch Stellar or stablecoins and feel the off-ramp pain point directly. Mention the Ask HN thread — 'Does a Zapier for payment automation exist?' — as organic, unprompted market validation for the exact positioning.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phased GTM slide — walk it left to right as a timeline, not three unrelated markets. Philippines is the beachhead because we already have working rails there: the PDAX off-ramp and InstaPay bank deposit are live today, so the wedge is real, not aspirational. Target OFW remittance flows and payroll for BPOs/remote teams, going through direct partnerships with PH crypto exchanges and MSME payroll providers. APAC is the expansion phase — the key point is that we add anchors/off-ramp providers per market rather than building bespoke rails for each country, leaning on MoneyGram Ramps' 170+ country footprint to cover new corridors fast. Target remittance-heavy corridors (Philippines, Indonesia, Vietnam) and regional Web3 fintechs already building on Stellar, growing via SCF-funded integrations and regional developer-community presence. Global is the platform phase: multi-stablecoin support, a template marketplace, and an embeddable SDK so fintechs can white-label Pink Raft flows, growing through self-serve SaaS pricing plus enterprise sales and co-marketing with the Stellar Development Foundation.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covers the tactics underneath the phased plan. Pilot-first validation means partnering with 2 other MVP-stage projects that already use programmable payments — e.g. a payroll tool and a marketplace — as embedded design partners before any broad launch push, so product-market fit gets validated with real usage before spend on acquisition. The off-ramp advantage is the single sharpest wedge: PDAX solves the fiat-conversion pain point that most no-code automation tools ignore entirely. Community and funding-led growth via SCF grants gives non-dilutive capital plus ecosystem visibility for every new integration we ship — each grant milestone is also a marketing moment. Finally, the self-serve funnel (Free → Starter → Pro → Business → Enterprise) is designed to activate once the core integrations are live, converting pilot learnings into a repeatable acquisition motion.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Position Pink Raft between two poles. Web2 automation tools like Zapier have the UX right but no native crypto/stablecoin settlement — payments still route through legacy rails. Soroban-native point solutions like Trustless Work solve one problem well (escrow) but aren't composable across use cases. Pink Raft's differentiation is being both: a composable flow builder (conditional + multisig + timelock + more) with native Stellar settlement and a working fiat off-ramp — nobody else combines all three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the five tiers briefly — the point is that pricing scales with the number of active flows, mirroring how Zapier prices on task volume. Free validates the product with zero friction; Starter/Pro/Business capture SMB and mid-market usage; Enterprise is custom for white-label/API-heavy fintech partners in the APAC/Global phases.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roadmap is directly derived from the prioritized recommendations in issue #298 (Part 3), ranked by effort vs. business impact vs. ecosystem impact. NOW covers near-term hardening: generalize the off-ramp interface and ship MoneyGram as the second provider, close test-coverage gaps (cash_out and factory currently have zero tests), and retire/rewrite the stale SPEC.md. NEXT covers the integrations with the clearest ROI: Soroswap for real DEX pricing and Reflector with TWAP hardening for the oracle-dependent actions, plus passkey onboarding. LATER is intentionally last: Blend Capital yield integration only ships after the oracle-hardening work lands and gets a dedicated security review, alongside longer-horizon platform bets like the template marketplace, multi-chain support, and the embeddable SDK.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team briefly (swap in real names/bios before presenting — placeholders here). Frame the ask in two tracks: an immediate, non-dilutive application to SCF 7.0's Integration track (up to $150K in XLM) to fund the Soroswap/Reflector/passkey work already scoped, and a seed round to fund the team and go-to-market execution across the Philippines → APAC → Global phases. Emphasize that this is capital to scale something already live and generating real usage, not to build a first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by restating the three things this deck proved: real live traction on Stellar mainnet, a concrete and security-conscious ecosystem integration roadmap, and a phased GTM plan that starts from a real wedge (PH off-ramp) rather than a hypothetical one. Invite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19202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1" i="0">
                <a:solidFill>
                  <a:srgbClr val="FFBA20"/>
                </a:solidFill>
                <a:latin typeface="Consolas"/>
              </a:rPr>
              <a:t>SEED PITCH · V3 · JULY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3774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7200" b="1" i="0">
                <a:solidFill>
                  <a:srgbClr val="FFB1C4"/>
                </a:solidFill>
                <a:latin typeface="Arial"/>
              </a:rPr>
              <a:t>Pink Raft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56616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600" b="0" i="0">
                <a:solidFill>
                  <a:srgbClr val="E5E2E1"/>
                </a:solidFill>
                <a:latin typeface="Arial"/>
              </a:rPr>
              <a:t>Zaps for Payments. Powered by Stellar.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20624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i="1">
                <a:solidFill>
                  <a:srgbClr val="98CBFF"/>
                </a:solidFill>
                <a:latin typeface="Arial"/>
              </a:rPr>
              <a:t>Drag. Drop. Deploy. — Live on Stellar mainnet today.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200" b="0" i="0">
                <a:solidFill>
                  <a:srgbClr val="AC878F"/>
                </a:solidFill>
                <a:latin typeface="Consolas"/>
              </a:rPr>
              <a:t>pinkraft.xyz  ·  github.com/webnxt-2030/pinkraft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01 —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Payment automation still means writing smart contracts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Programmable payments (payroll, escrow, revenue splits, streaming pay) require custom Soroban contract code today.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Non-technical teams — SMBs, DAOs, remittance operators — can't ship without engineering hires.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Existing tools are either single-purpose point solutions or raw contract SDKs that are too low-level for a product team.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Fiat on/off-ramp rails are rarely integrated with the automation layer, forcing teams to stitch vendors together by hand.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02 — 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A visual builder for Stellar-native payment automation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Drag-and-drop flow builder: triggers → conditions → actions, compiled straight to Soroban contract templates.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20 production contract templates across triggers, conditions, actions, and factory deployment.</a:t>
            </a:r>
          </a:p>
          <a:p>
            <a:pPr>
              <a:spcAft>
                <a:spcPts val="1000"/>
              </a:spcAft>
            </a:pPr>
            <a:r>
              <a:rPr sz="1400" b="0" i="1">
                <a:solidFill>
                  <a:srgbClr val="AC878F"/>
                </a:solidFill>
                <a:latin typeface="Arial"/>
              </a:rPr>
              <a:t>     Not a 3-template demo — a real library, most with dedicated test suites (splitter: 19 tests, subscription: 11, streamer: 17).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Non-custodial by design — funds move directly between user-controlled Stellar accounts, never through Pink Raft.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AI-assisted authoring — “Raft Log” turns a spoken description into a working flow (Groq Whisper STT + Llama).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03 — WHERE WE ARE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Live on mainnet, not a hackathon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Live today at pinkraft.xyz on Stellar mainnet — not a testnet demo.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Production fiat off-ramp: USDC → PHP via PDAX + InstaPay bank deposit, with a full job-state lifecycle.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Full payroll product: employees, bank details, recurring payroll runs, relayer-sponsored execution.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70+ API endpoints; SSE-primary live event delivery with automatic polling fallback.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Public QR-code triggers for point-of-sale-style payment flows.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04 — 90-SECOND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Alice, Bob &amp; Charlie: drag, drop, deploy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Step 1 — Add an on-receive trigger listening for incoming USDC.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Step 2 — Attach a split action: 60% Alice, 30% Bob, 10% Charlie.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Step 3 — Deploy. The flow becomes a live Soroban contract in seconds.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Step 4 — Watch the live event feed confirm the on-chain split in real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05 — WHAT YOU CAN BUILD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FFB1C4"/>
                </a:solidFill>
                <a:latin typeface="Arial"/>
              </a:rPr>
              <a:t>Eight patterns, one canvas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Auto-schedule salaries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Recurring payroll runs on a timelock trigger.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7451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API-triggered payouts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Webhook trigger fires a split or direct payment.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92607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Email-triggered payments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Inbound email parsed into a payment action.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292607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Oracle-conditional escrow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Release funds only when a price condition is met.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397763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Streaming compensation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Continuous pay-per-second contributor comp.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97763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Notify-on-payout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Webhook/notification fan-out after a payment settles.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02919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Prediction-market settlement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Multisig-gated payout on market resolution.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5029199"/>
            <a:ext cx="5257800" cy="91440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500" b="1" i="0">
                <a:solidFill>
                  <a:srgbClr val="E5E2E1"/>
                </a:solidFill>
                <a:latin typeface="Arial"/>
              </a:rPr>
              <a:t>Tiered treasury rules</a:t>
            </a:r>
          </a:p>
          <a:p>
            <a:pPr>
              <a:spcBef>
                <a:spcPts val="600"/>
              </a:spcBef>
            </a:pPr>
            <a:r>
              <a:rPr sz="1200" b="0" i="0">
                <a:solidFill>
                  <a:srgbClr val="AC878F"/>
                </a:solidFill>
                <a:latin typeface="Arial"/>
              </a:rPr>
              <a:t>Multi-condition routing across treasury accounts.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06 — IMPACT ON THE STELLAR ECOSYSTEM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Every flow is Stellar-native economic activity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Each deployed flow is a new Soroban contract instance — direct growth in mainnet contract deployments and transaction volume.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Drives stablecoin trustline creation and transfer volume on Stellar.</a:t>
            </a:r>
          </a:p>
          <a:p>
            <a:pPr>
              <a:spcAft>
                <a:spcPts val="1000"/>
              </a:spcAft>
            </a:pPr>
            <a:r>
              <a:rPr sz="1400" b="0" i="1">
                <a:solidFill>
                  <a:srgbClr val="AC878F"/>
                </a:solidFill>
                <a:latin typeface="Arial"/>
              </a:rPr>
              <a:t>     Stellar USDC: $83M+ supply, $4.2B+ transfer volume, 500K+ trustlines (as of July 2026).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Lowers the barrier for SMBs, DAOs, and remittance operators to become Stellar-native — expanding real economic usage beyond speculation.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PDAX off-ramp connects Stellar-settled value directly to Philippine peso bank rails — a working on/off-ramp use case for the network.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Horizontal infrastructure effect: integrate a DEX, oracle, or anchor once — every flow built on Pink Raft can use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07 — WHY STELLAR,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Built on rails designed for payments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Sub-5-second finality and fractions-of-a-cent fees — genuinely payments-grade performance.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Protocol 23: parallel Soroban transaction execution, ~40% CPU efficiency gain, in-memory state — more throughput headroom as flow volume grows.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Protocol 21 secp256r1 support enables native smart-wallet / passkey UX — no seed phrases required.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A stablecoin-first ecosystem already live on Stellar: USDC, EURC, YLDS, MGUSD.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08 — ECOSYSTEM INTEGRATION ROADMAP (I)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Plugging into Stellar's anchor &amp; DEX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98CBFF"/>
                </a:solidFill>
                <a:latin typeface="Consolas"/>
              </a:rPr>
              <a:t>REAL DEX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Soroswap integration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Replace swapper's fixed-rate stub with a real Soroban call into Soroswap's router.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Genuine on-chain pricing &amp; execution, not a simulated rate.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A20"/>
                </a:solidFill>
                <a:latin typeface="Consolas"/>
              </a:rPr>
              <a:t>ANCHORS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SEP-24 / SEP-31 generalization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Generalize the existing OffRampProvider interface into a standard anchor path.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SEP-24 for consumer hosted deposit/withdrawal; SEP-31 for cross-border B2B.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023360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1C4"/>
                </a:solidFill>
                <a:latin typeface="Consolas"/>
              </a:rPr>
              <a:t>OFF-RAMP #2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MoneyGram Ramps / MGUSD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Launched June 2026 — 500K+ cash-pickup locations, 170+ countries, 15+ wallets.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Second off-ramp provider alongside PDAX, via the generalized interface.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023360"/>
            <a:ext cx="5257800" cy="201168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98CBFF"/>
                </a:solidFill>
                <a:latin typeface="Consolas"/>
              </a:rPr>
              <a:t>DISCOVERY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Stellar Anchor Directory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List Pink Raft's anchor-compatible flows for organic discovery.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Natural consequence of generalizing the off-ramp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08 — ECOSYSTEM INTEGRATION ROADMAP (II)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Oracles, wallets &amp; security-first sequencing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5257800" cy="210312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A20"/>
                </a:solidFill>
                <a:latin typeface="Consolas"/>
              </a:rPr>
              <a:t>ORACLE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Reflector, hardened by design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Powers conditional's OracleGte and the oracle trigger.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TWAP / multi-block confirmation required — designed around Blend Capital's Feb 2026 $10.8M oracle exploit, not after it.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828800"/>
            <a:ext cx="5257800" cy="210312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007F"/>
                </a:solidFill>
                <a:latin typeface="Consolas"/>
              </a:rPr>
              <a:t>YIELD — SEQUENCED LAST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Blend Capital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Real yield vault for the yield action.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Deliberately sequenced after oracle hardening; scoped as a dedicated, security-reviewed workstream, not a quick win.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114800"/>
            <a:ext cx="5257800" cy="19202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98CBFF"/>
                </a:solidFill>
                <a:latin typeface="Consolas"/>
              </a:rPr>
              <a:t>ONBOARDING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Smart wallets / passkeys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Stellar's composable auth model + Protocol 21 secp256r1.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Highest-impact fix for OFW/MSME users who struggle with seed phrases.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4114800"/>
            <a:ext cx="5257800" cy="19202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1C4"/>
                </a:solidFill>
                <a:latin typeface="Consolas"/>
              </a:rPr>
              <a:t>COMPETITIVE + FUNDING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Trustless Work · SCF 7.0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Trustless Work = adjacent escrow-only tool; we differentiate on composability.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SCF 7.0 Integration track: up to $150K in XLM funds this roadmap.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09 — 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Automation is a proven category; we're bringing it on-chain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Automation is a proven SaaS category — Zapier alone is a ~$200M ARR business built on the same core promise: remove the engineering dependency.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Initial wedge: crypto-native SMBs &amp; DAOs, Web3 fintechs, and remittance operators — all already Stellar/stablecoin-adjacent.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Organic validation: an Ask HN thread asked outright, “Does a Zapier for payment automation exist?” — this is that product.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10 — GO-TO-MARKET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200" b="1" i="0">
                <a:solidFill>
                  <a:srgbClr val="FFB1C4"/>
                </a:solidFill>
                <a:latin typeface="Arial"/>
              </a:rPr>
              <a:t>Land in the Philippines, expand across APAC, scale globally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02152" cy="42062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1C4"/>
                </a:solidFill>
                <a:latin typeface="Consolas"/>
              </a:rPr>
              <a:t>PHASE 1 · NOW – Q3'26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Philippines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Beachhead — leverage the live PDAX off-ramp + InstaPay rails.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Target: OFW remittance &amp; payroll for BPOs/remote teams.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Channel: direct partnerships with PH crypto exchanges &amp; MSME payroll providers.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Pilot with 2–3 design-partner projects already moving payments.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874519"/>
            <a:ext cx="3502152" cy="42062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A20"/>
                </a:solidFill>
                <a:latin typeface="Consolas"/>
              </a:rPr>
              <a:t>PHASE 2 · Q4'26 – 2027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APAC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Expansion — add anchors/off-ramp providers per market, not bespoke rails.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Leverage MoneyGram Ramps' 170+ country footprint for new corridors.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Target: remittance corridors (PH, Indonesia, Vietnam) &amp; regional Web3 fintechs.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Channel: SCF-funded integrations, regional exchange partners, Stellar APAC community.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74519"/>
            <a:ext cx="3502152" cy="42062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98CBFF"/>
                </a:solidFill>
                <a:latin typeface="Consolas"/>
              </a:rPr>
              <a:t>PHASE 3 · 2027+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Global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Platform — multi-stablecoin (USDC/EURC/YLDS), template marketplace, embeddable SDK.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White-label Pink Raft flows for fintechs to embed directly.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Channel: self-serve SaaS funnel + enterprise sales for Business/Enterprise tiers.</a:t>
            </a:r>
          </a:p>
          <a:p>
            <a:pPr>
              <a:spcBef>
                <a:spcPts val="600"/>
              </a:spcBef>
            </a:pPr>
            <a:r>
              <a:rPr sz="1250" b="0" i="0">
                <a:solidFill>
                  <a:srgbClr val="AC878F"/>
                </a:solidFill>
                <a:latin typeface="Arial"/>
              </a:rPr>
              <a:t>Co-marketing with the Stellar Development Foundation.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10 — GO-TO-MARKET (CONTINUED)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Pilots and channels that de-risk each phase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Pilot-first validation: partner with 2 other MVP-stage projects already using programmable payments as embedded design partners before broad launch.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Off-ramp advantage as the wedge: PDAX solves the fiat-conversion pain point most no-code automation tools ignore.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Community &amp; funding-led growth: SCF grants provide non-dilutive capital plus ecosystem visibility for each new integration.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Self-serve funnel: Free → Starter → Pro → Business → Enterprise, activated once core integrations ship.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11 — COMPETITIVE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Horizontal automation vs. point solutions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2152" cy="347472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AC878F"/>
                </a:solidFill>
                <a:latin typeface="Consolas"/>
              </a:rPr>
              <a:t>WEB2 AUTOMATION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Zapier &amp; similar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Great UX, huge proven market.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No native crypto/stablecoin settlement.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Payments route through legacy rails.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502152" cy="347472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AC878F"/>
                </a:solidFill>
                <a:latin typeface="Consolas"/>
              </a:rPr>
              <a:t>SOROBAN POINT SOLUTION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Trustless Work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Solves escrow well on Soroban.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Single-purpose — not composable across use cases.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No fiat off-ramp integration.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502152" cy="347472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007F"/>
                </a:solidFill>
                <a:latin typeface="Consolas"/>
              </a:rPr>
              <a:t>PINK RAFT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FFB1C4"/>
                </a:solidFill>
                <a:latin typeface="Arial"/>
              </a:rPr>
              <a:t>Composable + native + off-ramp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Conditional + multisig + timelock, composable on one canvas.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Native Stellar settlement, non-custodial.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Working production fiat off-ramp (PDAX).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12 —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Simple tiers that scale with flow volume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0116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700" b="1" i="0">
                <a:solidFill>
                  <a:srgbClr val="FFB1C4"/>
                </a:solidFill>
                <a:latin typeface="Arial"/>
              </a:rPr>
              <a:t>Free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$0/mo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1 flow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834640" y="20116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700" b="1" i="0">
                <a:solidFill>
                  <a:srgbClr val="FFB1C4"/>
                </a:solidFill>
                <a:latin typeface="Arial"/>
              </a:rPr>
              <a:t>Starter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$29/mo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5 flows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20116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700" b="1" i="0">
                <a:solidFill>
                  <a:srgbClr val="FFB1C4"/>
                </a:solidFill>
                <a:latin typeface="Arial"/>
              </a:rPr>
              <a:t>Pro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$149/mo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25 flows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20116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700" b="1" i="0">
                <a:solidFill>
                  <a:srgbClr val="FFB1C4"/>
                </a:solidFill>
                <a:latin typeface="Arial"/>
              </a:rPr>
              <a:t>Business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$499/mo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Unlimited flows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418320" y="2011680"/>
            <a:ext cx="2103120" cy="237744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>
              <a:spcBef>
                <a:spcPts val="400"/>
              </a:spcBef>
            </a:pPr>
            <a:r>
              <a:rPr sz="1700" b="1" i="0">
                <a:solidFill>
                  <a:srgbClr val="FFB1C4"/>
                </a:solidFill>
                <a:latin typeface="Arial"/>
              </a:rPr>
              <a:t>Enterprise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Custom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White-label + API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13 —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Sequenced for security, not just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02152" cy="356616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A20"/>
                </a:solidFill>
                <a:latin typeface="Consolas"/>
              </a:rPr>
              <a:t>NOW · H2 2026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Harden the foundation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Generalize off-ramp interface; ship MoneyGram as 2nd provider.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Close test-coverage gaps (cash_out, factory currently untested).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Retire/rewrite the stale SPEC.md.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920240"/>
            <a:ext cx="3502152" cy="356616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98CBFF"/>
                </a:solidFill>
                <a:latin typeface="Consolas"/>
              </a:rPr>
              <a:t>NEXT · H1 2027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Highest-ROI integrations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Soroswap integration for real DEX pricing in swapper.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Reflector oracle with TWAP hardening for conditional/oracle trigger.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Passkey-based onboarding.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920240"/>
            <a:ext cx="3502152" cy="3566160"/>
          </a:xfrm>
          <a:prstGeom prst="roundRect">
            <a:avLst>
              <a:gd name="adj" fmla="val 4000"/>
            </a:avLst>
          </a:prstGeom>
          <a:solidFill>
            <a:srgbClr val="1C1B1B"/>
          </a:solidFill>
          <a:ln w="9525">
            <a:solidFill>
              <a:srgbClr val="4A3B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201168" tIns="164592" bIns="164592"/>
          <a:lstStyle/>
          <a:p>
            <a:pPr algn="ctr"/>
            <a:r>
              <a:rPr sz="1100" b="1" i="0">
                <a:solidFill>
                  <a:srgbClr val="FFB1C4"/>
                </a:solidFill>
                <a:latin typeface="Consolas"/>
              </a:rPr>
              <a:t>LATER · 2027+</a:t>
            </a:r>
          </a:p>
          <a:p>
            <a:pPr>
              <a:spcBef>
                <a:spcPts val="400"/>
              </a:spcBef>
            </a:pPr>
            <a:r>
              <a:rPr sz="1600" b="1" i="0">
                <a:solidFill>
                  <a:srgbClr val="E5E2E1"/>
                </a:solidFill>
                <a:latin typeface="Arial"/>
              </a:rPr>
              <a:t>Platform bets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Blend Capital yield integration — after oracle hardening, security-reviewed.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Template marketplace; multi-chain support.</a:t>
            </a:r>
          </a:p>
          <a:p>
            <a:pPr>
              <a:spcBef>
                <a:spcPts val="600"/>
              </a:spcBef>
            </a:pPr>
            <a:r>
              <a:rPr sz="1300" b="0" i="0">
                <a:solidFill>
                  <a:srgbClr val="AC878F"/>
                </a:solidFill>
                <a:latin typeface="Arial"/>
              </a:rPr>
              <a:t>Embeddable SDK for white-label partners.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300" b="1" i="0" spc="160">
                <a:solidFill>
                  <a:srgbClr val="FFB1C4"/>
                </a:solidFill>
                <a:latin typeface="Consolas"/>
              </a:rPr>
              <a:t>14 — TEAM &amp; ASK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777240"/>
            <a:ext cx="108813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3600" b="1" i="0">
                <a:solidFill>
                  <a:srgbClr val="FFB1C4"/>
                </a:solidFill>
                <a:latin typeface="Arial"/>
              </a:rPr>
              <a:t>Building on live traction, funded to execute the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473952"/>
            <a:ext cx="108813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900" b="0" i="0">
                <a:solidFill>
                  <a:srgbClr val="AC878F"/>
                </a:solidFill>
                <a:latin typeface="Consolas"/>
              </a:rPr>
              <a:t>PINK RAFT · SEED DECK V3 · JULY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881360" cy="4389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Founders &amp; advisors — [team bios/photos here].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Immediate: applying to SCF 7.0's Integration track (up to $150K in XLM) to fund the ecosystem integration roadmap.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Raising: a seed round to fund team growth and GTM execution across Philippines → APAC → Global.</a:t>
            </a:r>
          </a:p>
          <a:p>
            <a:pPr>
              <a:spcAft>
                <a:spcPts val="1000"/>
              </a:spcAft>
            </a:pPr>
            <a:r>
              <a:rPr sz="1800" b="1" i="0">
                <a:solidFill>
                  <a:srgbClr val="FF007F"/>
                </a:solidFill>
                <a:latin typeface="Arial"/>
              </a:rPr>
              <a:t>▸  </a:t>
            </a:r>
            <a:r>
              <a:rPr sz="1800" b="0" i="0">
                <a:solidFill>
                  <a:srgbClr val="E5E2E1"/>
                </a:solidFill>
                <a:latin typeface="Arial"/>
              </a:rPr>
              <a:t>This is capital to scale a live, revenue-generating product — not to build a first version.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37744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4000" b="1" i="0">
                <a:solidFill>
                  <a:srgbClr val="FFB1C4"/>
                </a:solidFill>
                <a:latin typeface="Arial"/>
              </a:rPr>
              <a:t>Let's build the payment layer for Stellar.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5661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i="0">
                <a:solidFill>
                  <a:srgbClr val="E5E2E1"/>
                </a:solidFill>
                <a:latin typeface="Arial"/>
              </a:rPr>
              <a:t>Pink Raft — Zaps for Payments. Powered by Stellar.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7548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400" b="0" i="0">
                <a:solidFill>
                  <a:srgbClr val="AC878F"/>
                </a:solidFill>
                <a:latin typeface="Consolas"/>
              </a:rPr>
              <a:t>contact@pinkraft.app  ·  pinkraft.xyz  ·  github.com/webnxt-2030/pinkraft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